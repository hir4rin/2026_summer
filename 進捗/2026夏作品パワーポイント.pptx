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83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84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123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63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3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ja-JP" altLang="en-US"/>
              <a:t>マスター テキストの書式設定</a:t>
            </a:r>
          </a:p>
          <a:p>
            <a:pPr marL="228600" lvl="1" indent="-228600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marL="228600" lvl="2" indent="-228600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marL="228600" lvl="3" indent="-228600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marL="228600" lvl="4" indent="-228600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1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0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8021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514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kumimoji="1" lang="ja-JP" alt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03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558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48892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10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17637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04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4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67981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4452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09324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19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7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32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256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326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2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2B0B2B9-FC23-4040-9F42-ABCD5F1500F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D286337-764A-479C-A6D2-BD6642A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333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BAFE23-82E3-D85F-A7AA-2F27F1CFF472}"/>
              </a:ext>
            </a:extLst>
          </p:cNvPr>
          <p:cNvSpPr txBox="1"/>
          <p:nvPr/>
        </p:nvSpPr>
        <p:spPr>
          <a:xfrm>
            <a:off x="646545" y="341746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作品紹介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D6810C-BB9F-94B5-AD91-A12376D7D165}"/>
              </a:ext>
            </a:extLst>
          </p:cNvPr>
          <p:cNvSpPr txBox="1"/>
          <p:nvPr/>
        </p:nvSpPr>
        <p:spPr>
          <a:xfrm>
            <a:off x="646545" y="1382948"/>
            <a:ext cx="2052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作品名</a:t>
            </a:r>
            <a:r>
              <a:rPr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電刃少女</a:t>
            </a:r>
            <a:endParaRPr kumimoji="1" lang="ja-JP" altLang="en-US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E2A0A6-0DCB-FE32-A6B9-8FD444D8B462}"/>
              </a:ext>
            </a:extLst>
          </p:cNvPr>
          <p:cNvSpPr txBox="1"/>
          <p:nvPr/>
        </p:nvSpPr>
        <p:spPr>
          <a:xfrm>
            <a:off x="646545" y="1993263"/>
            <a:ext cx="2888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ジャンル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:3D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アクション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93A4C6-8825-1593-943B-29347D305FC4}"/>
              </a:ext>
            </a:extLst>
          </p:cNvPr>
          <p:cNvSpPr txBox="1"/>
          <p:nvPr/>
        </p:nvSpPr>
        <p:spPr>
          <a:xfrm>
            <a:off x="646545" y="2603578"/>
            <a:ext cx="4400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開発環境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kumimoji="1" lang="en-US" altLang="ja-JP" sz="2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DxLib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/Visual Studio 2022</a:t>
            </a:r>
            <a:endParaRPr kumimoji="1" lang="ja-JP" altLang="en-US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968B79-ABF2-C05F-E924-60B4D7292097}"/>
              </a:ext>
            </a:extLst>
          </p:cNvPr>
          <p:cNvSpPr txBox="1"/>
          <p:nvPr/>
        </p:nvSpPr>
        <p:spPr>
          <a:xfrm>
            <a:off x="646545" y="3213893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言語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:C++</a:t>
            </a:r>
            <a:endParaRPr kumimoji="1" lang="ja-JP" altLang="en-US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E4831D-AB32-5AB2-2591-DBC1A8565C8D}"/>
              </a:ext>
            </a:extLst>
          </p:cNvPr>
          <p:cNvSpPr txBox="1"/>
          <p:nvPr/>
        </p:nvSpPr>
        <p:spPr>
          <a:xfrm>
            <a:off x="646545" y="3824208"/>
            <a:ext cx="1939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制作期間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:2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ヶ月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573C643-1F83-E465-030C-5F5D3048745D}"/>
              </a:ext>
            </a:extLst>
          </p:cNvPr>
          <p:cNvSpPr txBox="1"/>
          <p:nvPr/>
        </p:nvSpPr>
        <p:spPr>
          <a:xfrm>
            <a:off x="646545" y="4434523"/>
            <a:ext cx="4192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制作時期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:2026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月～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2026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A8C34A6-5B52-003E-C55F-1FB57B493F2E}"/>
              </a:ext>
            </a:extLst>
          </p:cNvPr>
          <p:cNvSpPr txBox="1"/>
          <p:nvPr/>
        </p:nvSpPr>
        <p:spPr>
          <a:xfrm>
            <a:off x="646545" y="5044838"/>
            <a:ext cx="3591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担当箇所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kumimoji="1" lang="ja-JP" alt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プログラミング全般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503482D-4187-20EC-8447-51FA8D4D8356}"/>
              </a:ext>
            </a:extLst>
          </p:cNvPr>
          <p:cNvSpPr txBox="1"/>
          <p:nvPr/>
        </p:nvSpPr>
        <p:spPr>
          <a:xfrm>
            <a:off x="646545" y="5690737"/>
            <a:ext cx="2379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動作環境</a:t>
            </a:r>
            <a:r>
              <a:rPr kumimoji="1" lang="en-US" altLang="ja-JP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:Windows</a:t>
            </a:r>
            <a:endParaRPr kumimoji="1" lang="ja-JP" altLang="en-US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2D6E92E4-410A-1377-69D6-29882FF9E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944" y="935854"/>
            <a:ext cx="5671127" cy="31900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chemeClr val="tx1">
                <a:lumMod val="75000"/>
              </a:schemeClr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594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FC65A1-DB4F-1FD5-EC33-149D168F48B7}"/>
              </a:ext>
            </a:extLst>
          </p:cNvPr>
          <p:cNvSpPr txBox="1"/>
          <p:nvPr/>
        </p:nvSpPr>
        <p:spPr>
          <a:xfrm>
            <a:off x="729673" y="36021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作品概要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1DE47D-7ED9-4DC4-C93D-FC17FF5928F8}"/>
              </a:ext>
            </a:extLst>
          </p:cNvPr>
          <p:cNvSpPr txBox="1"/>
          <p:nvPr/>
        </p:nvSpPr>
        <p:spPr>
          <a:xfrm>
            <a:off x="777502" y="1186809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・地上や空中で華麗にコンボを決めよう！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D0B2CD-1F9C-0B58-BCB2-002F16330A53}"/>
              </a:ext>
            </a:extLst>
          </p:cNvPr>
          <p:cNvSpPr txBox="1"/>
          <p:nvPr/>
        </p:nvSpPr>
        <p:spPr>
          <a:xfrm>
            <a:off x="777502" y="1727816"/>
            <a:ext cx="9991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・攻撃をしてゲージを貯めるとかっこいいスキルや超かっこいい必殺技が打てるよ！</a:t>
            </a:r>
            <a:endParaRPr kumimoji="1" lang="ja-JP" altLang="en-US" sz="20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A1A1B602-C4C9-F019-7469-BBFBF0CB9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" r="5853"/>
          <a:stretch>
            <a:fillRect/>
          </a:stretch>
        </p:blipFill>
        <p:spPr>
          <a:xfrm>
            <a:off x="483585" y="2489590"/>
            <a:ext cx="5375564" cy="2775816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66DE4CF-F847-DEF9-A1A7-F0A5CB7FB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" r="5379"/>
          <a:stretch>
            <a:fillRect/>
          </a:stretch>
        </p:blipFill>
        <p:spPr>
          <a:xfrm>
            <a:off x="6340689" y="2489590"/>
            <a:ext cx="5383401" cy="2775816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990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8C7168-3D48-8258-16D1-4FFEE6BA48A2}"/>
              </a:ext>
            </a:extLst>
          </p:cNvPr>
          <p:cNvSpPr txBox="1"/>
          <p:nvPr/>
        </p:nvSpPr>
        <p:spPr>
          <a:xfrm>
            <a:off x="385695" y="501202"/>
            <a:ext cx="7215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技術紹介①</a:t>
            </a:r>
            <a:r>
              <a:rPr kumimoji="1" lang="en-US" altLang="ja-JP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kumimoji="1" lang="ja-JP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コンボノードの</a:t>
            </a:r>
            <a:r>
              <a:rPr kumimoji="1" lang="en-US" altLang="ja-JP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</a:t>
            </a:r>
            <a:r>
              <a:rPr kumimoji="1" lang="ja-JP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管理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AD2D4B-7175-2E54-1422-1D39DA8C4F21}"/>
              </a:ext>
            </a:extLst>
          </p:cNvPr>
          <p:cNvSpPr txBox="1"/>
          <p:nvPr/>
        </p:nvSpPr>
        <p:spPr>
          <a:xfrm>
            <a:off x="385696" y="1319313"/>
            <a:ext cx="8973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・プレイヤーのコンボにおける</a:t>
            </a:r>
            <a:r>
              <a:rPr kumimoji="1" lang="ja-JP" altLang="en-US" b="1" dirty="0">
                <a:solidFill>
                  <a:schemeClr val="bg1"/>
                </a:solidFill>
              </a:rPr>
              <a:t>攻撃挙動</a:t>
            </a:r>
            <a:r>
              <a:rPr kumimoji="1" lang="ja-JP" altLang="en-US" dirty="0"/>
              <a:t>、</a:t>
            </a:r>
            <a:r>
              <a:rPr kumimoji="1" lang="ja-JP" altLang="en-US" b="1" dirty="0">
                <a:solidFill>
                  <a:schemeClr val="bg1"/>
                </a:solidFill>
              </a:rPr>
              <a:t>次のコンボ遷移</a:t>
            </a:r>
            <a:r>
              <a:rPr kumimoji="1" lang="ja-JP" altLang="en-US" dirty="0"/>
              <a:t>、</a:t>
            </a:r>
            <a:r>
              <a:rPr kumimoji="1" lang="en-US" altLang="ja-JP" b="1" dirty="0">
                <a:solidFill>
                  <a:schemeClr val="bg1"/>
                </a:solidFill>
              </a:rPr>
              <a:t>se</a:t>
            </a:r>
            <a:r>
              <a:rPr kumimoji="1" lang="ja-JP" altLang="en-US" b="1" dirty="0">
                <a:solidFill>
                  <a:schemeClr val="bg1"/>
                </a:solidFill>
              </a:rPr>
              <a:t>の管理</a:t>
            </a:r>
            <a:r>
              <a:rPr kumimoji="1" lang="ja-JP" altLang="en-US" dirty="0"/>
              <a:t>をまとめた</a:t>
            </a:r>
            <a:r>
              <a:rPr kumimoji="1" lang="en-US" altLang="ja-JP" dirty="0"/>
              <a:t>CSV</a:t>
            </a:r>
            <a:br>
              <a:rPr kumimoji="1" lang="en-US" altLang="ja-JP" dirty="0"/>
            </a:br>
            <a:r>
              <a:rPr kumimoji="1" lang="en-US" altLang="ja-JP" dirty="0"/>
              <a:t>    </a:t>
            </a:r>
            <a:r>
              <a:rPr kumimoji="1" lang="ja-JP" altLang="en-US" dirty="0"/>
              <a:t>により攻撃の細かい</a:t>
            </a:r>
            <a:r>
              <a:rPr kumimoji="1" lang="ja-JP" altLang="en-US" b="1" dirty="0">
                <a:solidFill>
                  <a:schemeClr val="bg1"/>
                </a:solidFill>
              </a:rPr>
              <a:t>加筆修正</a:t>
            </a:r>
            <a:r>
              <a:rPr kumimoji="1" lang="ja-JP" altLang="en-US" dirty="0"/>
              <a:t>が可能になった！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B18660A-C654-F837-502C-9AD90D657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6" y="2198980"/>
            <a:ext cx="6153150" cy="1706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E4B462A-2A54-9A61-6173-9B07645A0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159" y="2796872"/>
            <a:ext cx="4629715" cy="3790919"/>
          </a:xfrm>
          <a:prstGeom prst="rect">
            <a:avLst/>
          </a:prstGeom>
        </p:spPr>
      </p:pic>
      <p:sp>
        <p:nvSpPr>
          <p:cNvPr id="13" name="矢印: 上向き折線 12">
            <a:extLst>
              <a:ext uri="{FF2B5EF4-FFF2-40B4-BE49-F238E27FC236}">
                <a16:creationId xmlns:a16="http://schemas.microsoft.com/office/drawing/2014/main" id="{BDE017B1-639F-131E-5698-1F22FA5AEF2C}"/>
              </a:ext>
            </a:extLst>
          </p:cNvPr>
          <p:cNvSpPr/>
          <p:nvPr/>
        </p:nvSpPr>
        <p:spPr>
          <a:xfrm rot="5400000">
            <a:off x="3844387" y="3543210"/>
            <a:ext cx="2179783" cy="344739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568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18F5CF-3B8E-BAFF-A103-35E3FA235AA2}"/>
              </a:ext>
            </a:extLst>
          </p:cNvPr>
          <p:cNvSpPr txBox="1"/>
          <p:nvPr/>
        </p:nvSpPr>
        <p:spPr>
          <a:xfrm>
            <a:off x="385696" y="501202"/>
            <a:ext cx="7040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技術紹介②</a:t>
            </a:r>
            <a:r>
              <a:rPr kumimoji="1" lang="en-US" altLang="ja-JP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kumimoji="1" lang="ja-JP" alt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データの外部ファイル化</a:t>
            </a:r>
            <a:endParaRPr kumimoji="1" lang="en-US" altLang="ja-JP" sz="32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0662C4-BCD7-A136-CF4A-7C4303E0A37F}"/>
              </a:ext>
            </a:extLst>
          </p:cNvPr>
          <p:cNvSpPr txBox="1"/>
          <p:nvPr/>
        </p:nvSpPr>
        <p:spPr>
          <a:xfrm>
            <a:off x="371356" y="1403927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・クリアタイムを</a:t>
            </a:r>
            <a:r>
              <a:rPr kumimoji="1" lang="ja-JP" altLang="en-US" b="1" dirty="0">
                <a:solidFill>
                  <a:schemeClr val="bg1"/>
                </a:solidFill>
              </a:rPr>
              <a:t>外部ファイル化</a:t>
            </a:r>
            <a:r>
              <a:rPr kumimoji="1" lang="ja-JP" altLang="en-US" dirty="0"/>
              <a:t>することでオフライン上での</a:t>
            </a:r>
            <a:br>
              <a:rPr kumimoji="1" lang="en-US" altLang="ja-JP" dirty="0"/>
            </a:br>
            <a:r>
              <a:rPr kumimoji="1" lang="ja-JP" altLang="en-US" dirty="0"/>
              <a:t>　</a:t>
            </a:r>
            <a:r>
              <a:rPr kumimoji="1" lang="ja-JP" altLang="en-US" b="1" dirty="0">
                <a:solidFill>
                  <a:schemeClr val="bg1"/>
                </a:solidFill>
              </a:rPr>
              <a:t>スコアランキング</a:t>
            </a:r>
            <a:r>
              <a:rPr kumimoji="1" lang="ja-JP" altLang="en-US" dirty="0"/>
              <a:t>ができた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A8F820-01BE-9BD1-1F80-ADD3B69B6332}"/>
              </a:ext>
            </a:extLst>
          </p:cNvPr>
          <p:cNvSpPr txBox="1"/>
          <p:nvPr/>
        </p:nvSpPr>
        <p:spPr>
          <a:xfrm>
            <a:off x="385696" y="2212109"/>
            <a:ext cx="872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・アニメーションを</a:t>
            </a:r>
            <a:r>
              <a:rPr kumimoji="1" lang="ja-JP" altLang="en-US" b="1" dirty="0">
                <a:solidFill>
                  <a:schemeClr val="bg1"/>
                </a:solidFill>
              </a:rPr>
              <a:t>外部ファイル化</a:t>
            </a:r>
            <a:r>
              <a:rPr kumimoji="1" lang="ja-JP" altLang="en-US" dirty="0"/>
              <a:t>することで中のコードの</a:t>
            </a:r>
            <a:r>
              <a:rPr kumimoji="1" lang="ja-JP" altLang="en-US" b="1" dirty="0">
                <a:solidFill>
                  <a:schemeClr val="bg1"/>
                </a:solidFill>
              </a:rPr>
              <a:t>可読性</a:t>
            </a:r>
            <a:r>
              <a:rPr kumimoji="1" lang="ja-JP" altLang="en-US" dirty="0"/>
              <a:t>が上がったり、</a:t>
            </a:r>
            <a:br>
              <a:rPr kumimoji="1" lang="en-US" altLang="ja-JP" dirty="0"/>
            </a:br>
            <a:r>
              <a:rPr kumimoji="1" lang="ja-JP" altLang="en-US" dirty="0"/>
              <a:t>　アニメーションの</a:t>
            </a:r>
            <a:r>
              <a:rPr kumimoji="1" lang="ja-JP" altLang="en-US" b="1" dirty="0">
                <a:solidFill>
                  <a:schemeClr val="bg1"/>
                </a:solidFill>
              </a:rPr>
              <a:t>追加</a:t>
            </a:r>
            <a:r>
              <a:rPr kumimoji="1" lang="ja-JP" altLang="en-US" dirty="0"/>
              <a:t>をしやすくした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FBCD657-BDCC-B792-90A2-3A38E6D1E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94" y="3815544"/>
            <a:ext cx="1552792" cy="163852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450698-28D0-EB72-A7F9-F306E6D47235}"/>
              </a:ext>
            </a:extLst>
          </p:cNvPr>
          <p:cNvSpPr txBox="1"/>
          <p:nvPr/>
        </p:nvSpPr>
        <p:spPr>
          <a:xfrm>
            <a:off x="969818" y="3428999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↓クリアタイムの外部ファイル化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2864FC2-5928-A65E-6571-BE44FB83E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56" y="3181744"/>
            <a:ext cx="1925353" cy="3175054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BE72618-22E5-8D9E-BFDE-A4B97731135C}"/>
              </a:ext>
            </a:extLst>
          </p:cNvPr>
          <p:cNvSpPr txBox="1"/>
          <p:nvPr/>
        </p:nvSpPr>
        <p:spPr>
          <a:xfrm>
            <a:off x="7426036" y="3105834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←</a:t>
            </a:r>
            <a:br>
              <a:rPr kumimoji="1" lang="en-US" altLang="ja-JP" dirty="0"/>
            </a:br>
            <a:r>
              <a:rPr kumimoji="1" lang="ja-JP" altLang="en-US" dirty="0"/>
              <a:t>アニメーションの外部ファイル化</a:t>
            </a:r>
          </a:p>
        </p:txBody>
      </p:sp>
    </p:spTree>
    <p:extLst>
      <p:ext uri="{BB962C8B-B14F-4D97-AF65-F5344CB8AC3E}">
        <p14:creationId xmlns:p14="http://schemas.microsoft.com/office/powerpoint/2010/main" val="359010004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ィルム バーン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31</TotalTime>
  <Words>184</Words>
  <Application>Microsoft Office PowerPoint</Application>
  <PresentationFormat>ワイド画面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フィルム バーン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1</cp:revision>
  <dcterms:created xsi:type="dcterms:W3CDTF">2026-09-04T01:44:52Z</dcterms:created>
  <dcterms:modified xsi:type="dcterms:W3CDTF">2026-09-04T02:16:24Z</dcterms:modified>
</cp:coreProperties>
</file>