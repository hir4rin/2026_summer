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80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7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0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2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7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8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499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450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6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5113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3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139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1E688E0-C729-4E49-9E7B-4697607DB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FD72C-2790-48C4-3831-85C6479A964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9000"/>
          </a:blip>
          <a:srcRect/>
          <a:stretch>
            <a:fillRect/>
          </a:stretch>
        </p:blipFill>
        <p:spPr>
          <a:xfrm>
            <a:off x="12180" y="-9134"/>
            <a:ext cx="12191980" cy="6857990"/>
          </a:xfrm>
          <a:prstGeom prst="rect">
            <a:avLst/>
          </a:pr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AAD89D74-79DD-4BE2-AA8C-8672382F2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020D6D-57F1-4846-9467-5E54F5B8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BA67610-3DFA-4B04-A0F3-FFBF2C97E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F9FAA7-B1F5-4E7B-BEC6-00158A5F0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174CF9-D8AD-4A5C-BF99-57B43506DA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6B22A1-F450-4EAF-A363-7222D3D52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582F0-B62A-0A3D-1733-5AD4508726F0}"/>
              </a:ext>
            </a:extLst>
          </p:cNvPr>
          <p:cNvSpPr txBox="1"/>
          <p:nvPr/>
        </p:nvSpPr>
        <p:spPr>
          <a:xfrm>
            <a:off x="3091787" y="188049"/>
            <a:ext cx="45223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6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NINJA4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399E-97D9-B6AB-D335-687CAB95C9BA}"/>
              </a:ext>
            </a:extLst>
          </p:cNvPr>
          <p:cNvSpPr txBox="1"/>
          <p:nvPr/>
        </p:nvSpPr>
        <p:spPr>
          <a:xfrm>
            <a:off x="7335837" y="5223505"/>
            <a:ext cx="56637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ジャンル：</a:t>
            </a:r>
            <a:r>
              <a:rPr kumimoji="1" lang="en-US" altLang="ja-JP" sz="2400" dirty="0">
                <a:solidFill>
                  <a:schemeClr val="bg1"/>
                </a:solidFill>
              </a:rPr>
              <a:t>3D</a:t>
            </a:r>
            <a:r>
              <a:rPr kumimoji="1" lang="ja-JP" altLang="en-US" sz="2400" dirty="0">
                <a:solidFill>
                  <a:schemeClr val="bg1"/>
                </a:solidFill>
              </a:rPr>
              <a:t>アクション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プレイ人数：</a:t>
            </a:r>
            <a:r>
              <a:rPr kumimoji="1" lang="en-US" altLang="ja-JP" sz="2400" dirty="0">
                <a:solidFill>
                  <a:schemeClr val="bg1"/>
                </a:solidFill>
              </a:rPr>
              <a:t>1</a:t>
            </a:r>
            <a:r>
              <a:rPr kumimoji="1" lang="ja-JP" altLang="en-US" sz="2400" dirty="0">
                <a:solidFill>
                  <a:schemeClr val="bg1"/>
                </a:solidFill>
              </a:rPr>
              <a:t>人プレイ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2400" dirty="0">
                <a:solidFill>
                  <a:schemeClr val="bg1"/>
                </a:solidFill>
              </a:rPr>
              <a:t>Windows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2" name="図 1" descr="NINJA GAIDEN 4』: Game Pass で配信中 | Xbox">
            <a:extLst>
              <a:ext uri="{FF2B5EF4-FFF2-40B4-BE49-F238E27FC236}">
                <a16:creationId xmlns:a16="http://schemas.microsoft.com/office/drawing/2014/main" id="{6F043609-F748-6948-8FFC-A44D6DE71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4" y="1602170"/>
            <a:ext cx="4803868" cy="480386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1276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インタビュー］「NINJA GAIDEN 4」はなぜ新たな血を必要としたのか。Team NINJA安田文彦氏，プラチナゲームズ中尾裕治氏に聞く">
            <a:extLst>
              <a:ext uri="{FF2B5EF4-FFF2-40B4-BE49-F238E27FC236}">
                <a16:creationId xmlns:a16="http://schemas.microsoft.com/office/drawing/2014/main" id="{4BC963CD-9AD2-68E0-DA8D-75C9ED984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7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0513FD5-E2BE-FCEC-3554-44D60E8C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454" y="254697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ja-JP" altLang="en-US" sz="8800" dirty="0">
                <a:solidFill>
                  <a:schemeClr val="bg1"/>
                </a:solidFill>
                <a:highlight>
                  <a:srgbClr val="FFFF00"/>
                </a:highlight>
              </a:rPr>
              <a:t>コンセプト</a:t>
            </a:r>
            <a:endParaRPr kumimoji="1" lang="ja-JP" altLang="en-US" sz="88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041DB-0389-1C20-A77E-F4A383363487}"/>
              </a:ext>
            </a:extLst>
          </p:cNvPr>
          <p:cNvSpPr txBox="1"/>
          <p:nvPr/>
        </p:nvSpPr>
        <p:spPr>
          <a:xfrm>
            <a:off x="2338774" y="466260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  <a:highlight>
                  <a:srgbClr val="FFFF00"/>
                </a:highlight>
              </a:rPr>
              <a:t>爽快なスタイリッシュアクション</a:t>
            </a:r>
          </a:p>
        </p:txBody>
      </p:sp>
    </p:spTree>
    <p:extLst>
      <p:ext uri="{BB962C8B-B14F-4D97-AF65-F5344CB8AC3E}">
        <p14:creationId xmlns:p14="http://schemas.microsoft.com/office/powerpoint/2010/main" val="256423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17F12-DDD3-917F-6821-D17D4268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84" y="137401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</a:rPr>
              <a:t>ゲーム概要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8C85823-8206-A90C-0C97-F12782AB09C0}"/>
              </a:ext>
            </a:extLst>
          </p:cNvPr>
          <p:cNvGrpSpPr/>
          <p:nvPr/>
        </p:nvGrpSpPr>
        <p:grpSpPr>
          <a:xfrm>
            <a:off x="1186890" y="1731319"/>
            <a:ext cx="1809750" cy="5001798"/>
            <a:chOff x="970990" y="1362770"/>
            <a:chExt cx="1809750" cy="5001798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D40F036-D24B-EA1D-751F-EC5246827258}"/>
                </a:ext>
              </a:extLst>
            </p:cNvPr>
            <p:cNvSpPr/>
            <p:nvPr/>
          </p:nvSpPr>
          <p:spPr>
            <a:xfrm>
              <a:off x="1559859" y="1460318"/>
              <a:ext cx="632012" cy="49042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FA456704-3739-6A12-3F7D-4E13C7DCE384}"/>
                </a:ext>
              </a:extLst>
            </p:cNvPr>
            <p:cNvSpPr/>
            <p:nvPr/>
          </p:nvSpPr>
          <p:spPr>
            <a:xfrm>
              <a:off x="970990" y="457200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C6FEC104-E853-34B9-BCBC-F946CBC3E9E5}"/>
                </a:ext>
              </a:extLst>
            </p:cNvPr>
            <p:cNvSpPr/>
            <p:nvPr/>
          </p:nvSpPr>
          <p:spPr>
            <a:xfrm>
              <a:off x="970990" y="2967385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FC14CCF-101C-2434-237E-06FFA3587016}"/>
                </a:ext>
              </a:extLst>
            </p:cNvPr>
            <p:cNvSpPr/>
            <p:nvPr/>
          </p:nvSpPr>
          <p:spPr>
            <a:xfrm>
              <a:off x="970990" y="136277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2448D4-12CE-7678-49AC-2BFD29BABFBC}"/>
              </a:ext>
            </a:extLst>
          </p:cNvPr>
          <p:cNvSpPr txBox="1"/>
          <p:nvPr/>
        </p:nvSpPr>
        <p:spPr>
          <a:xfrm>
            <a:off x="1295400" y="141076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ステージ図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959898-2E19-2039-3D78-1C2EF01B22C7}"/>
              </a:ext>
            </a:extLst>
          </p:cNvPr>
          <p:cNvSpPr txBox="1"/>
          <p:nvPr/>
        </p:nvSpPr>
        <p:spPr>
          <a:xfrm>
            <a:off x="3828151" y="1828867"/>
            <a:ext cx="2109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1</a:t>
            </a:r>
            <a:r>
              <a:rPr kumimoji="1" lang="ja-JP" altLang="en-US" sz="2800" dirty="0">
                <a:solidFill>
                  <a:schemeClr val="bg1"/>
                </a:solidFill>
              </a:rPr>
              <a:t>本道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3Wave</a:t>
            </a:r>
            <a:r>
              <a:rPr kumimoji="1" lang="ja-JP" altLang="en-US" sz="2800" dirty="0">
                <a:solidFill>
                  <a:schemeClr val="bg1"/>
                </a:solidFill>
              </a:rPr>
              <a:t>制</a:t>
            </a:r>
            <a:br>
              <a:rPr kumimoji="1" lang="en-US" altLang="ja-JP" sz="2800" dirty="0">
                <a:solidFill>
                  <a:schemeClr val="bg1"/>
                </a:solidFill>
              </a:rPr>
            </a:b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6DC4E86-D9DE-B4FC-429D-0525C1C8FB00}"/>
              </a:ext>
            </a:extLst>
          </p:cNvPr>
          <p:cNvSpPr txBox="1"/>
          <p:nvPr/>
        </p:nvSpPr>
        <p:spPr>
          <a:xfrm>
            <a:off x="3985765" y="3644139"/>
            <a:ext cx="319991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雑魚敵：</a:t>
            </a:r>
            <a:r>
              <a:rPr kumimoji="1" lang="en-US" altLang="ja-JP" dirty="0">
                <a:solidFill>
                  <a:schemeClr val="bg1"/>
                </a:solidFill>
              </a:rPr>
              <a:t>2-3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中ボス：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ボス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ステージ数：</a:t>
            </a:r>
            <a:r>
              <a:rPr kumimoji="1" lang="en-US" altLang="ja-JP" dirty="0">
                <a:solidFill>
                  <a:schemeClr val="bg1"/>
                </a:solidFill>
              </a:rPr>
              <a:t>1~2</a:t>
            </a:r>
            <a:r>
              <a:rPr kumimoji="1" lang="ja-JP" altLang="en-US" dirty="0">
                <a:solidFill>
                  <a:schemeClr val="bg1"/>
                </a:solidFill>
              </a:rPr>
              <a:t>ステージ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3" name="図 2" descr="NINJA GAIDEN 4』先行レビュー。血しぶき舞うハイスピード忍者バトルは最高！  ただし攻撃が気持ちよすぎて防御を忘れるとすぐゲームオーバーに【SGF2025】 | ゲーム・エンタメ最新情報のファミ通.com">
            <a:extLst>
              <a:ext uri="{FF2B5EF4-FFF2-40B4-BE49-F238E27FC236}">
                <a16:creationId xmlns:a16="http://schemas.microsoft.com/office/drawing/2014/main" id="{BD78D4B2-3B5C-6A1C-069B-A596919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42" y="360109"/>
            <a:ext cx="5078487" cy="28537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60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FE4787-4B4C-A93C-7FC6-C12F63A3725C}"/>
              </a:ext>
            </a:extLst>
          </p:cNvPr>
          <p:cNvSpPr txBox="1"/>
          <p:nvPr/>
        </p:nvSpPr>
        <p:spPr>
          <a:xfrm>
            <a:off x="352698" y="483326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</a:rPr>
              <a:t>プレイヤーの操作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0080DA-B731-B659-C762-4C63C5FA9194}"/>
              </a:ext>
            </a:extLst>
          </p:cNvPr>
          <p:cNvSpPr txBox="1"/>
          <p:nvPr/>
        </p:nvSpPr>
        <p:spPr>
          <a:xfrm>
            <a:off x="708144" y="1191212"/>
            <a:ext cx="5565947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通常攻撃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5</a:t>
            </a:r>
            <a:r>
              <a:rPr kumimoji="1" lang="ja-JP" altLang="en-US" b="1" dirty="0">
                <a:solidFill>
                  <a:schemeClr val="bg1"/>
                </a:solidFill>
              </a:rPr>
              <a:t>段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強攻撃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少なめ、かつあっても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段まで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コンボ攻撃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割とある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ジャンプ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bg1"/>
                </a:solidFill>
              </a:rPr>
              <a:t>空中コンボ</a:t>
            </a:r>
            <a:r>
              <a:rPr kumimoji="1" lang="en-US" altLang="ja-JP" sz="2000" dirty="0">
                <a:solidFill>
                  <a:schemeClr val="bg1"/>
                </a:solidFill>
              </a:rPr>
              <a:t>(</a:t>
            </a:r>
            <a:r>
              <a:rPr kumimoji="1" lang="ja-JP" altLang="en-US" sz="2000" dirty="0">
                <a:solidFill>
                  <a:schemeClr val="bg1"/>
                </a:solidFill>
              </a:rPr>
              <a:t>割とボリューミー</a:t>
            </a:r>
            <a:r>
              <a:rPr kumimoji="1" lang="en-US" altLang="ja-JP" sz="20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スキル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通常攻撃の強化版みたいなの</a:t>
            </a:r>
            <a:r>
              <a:rPr kumimoji="1" lang="en-US" altLang="ja-JP" b="1" dirty="0">
                <a:solidFill>
                  <a:schemeClr val="bg1"/>
                </a:solidFill>
              </a:rPr>
              <a:t>		 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	X</a:t>
            </a:r>
            <a:r>
              <a:rPr kumimoji="1" lang="ja-JP" altLang="en-US" b="1" dirty="0">
                <a:solidFill>
                  <a:schemeClr val="bg1"/>
                </a:solidFill>
              </a:rPr>
              <a:t>と</a:t>
            </a:r>
            <a:r>
              <a:rPr kumimoji="1" lang="en-US" altLang="ja-JP" b="1" dirty="0">
                <a:solidFill>
                  <a:schemeClr val="bg1"/>
                </a:solidFill>
              </a:rPr>
              <a:t>Y</a:t>
            </a:r>
            <a:r>
              <a:rPr kumimoji="1" lang="ja-JP" altLang="en-US" b="1" dirty="0">
                <a:solidFill>
                  <a:schemeClr val="bg1"/>
                </a:solidFill>
              </a:rPr>
              <a:t>の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パターン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       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コンボあり</a:t>
            </a:r>
            <a:r>
              <a:rPr kumimoji="1" lang="en-US" altLang="ja-JP" b="1" dirty="0">
                <a:solidFill>
                  <a:schemeClr val="bg1"/>
                </a:solidFill>
              </a:rPr>
              <a:t>(3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コンボまであった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必殺技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スキルの強化状態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スーパーアーマー、演出あり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防衛手段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回避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ジャスト回避有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C1175C-A907-1BA0-9AD9-A9793A836679}"/>
              </a:ext>
            </a:extLst>
          </p:cNvPr>
          <p:cNvSpPr txBox="1"/>
          <p:nvPr/>
        </p:nvSpPr>
        <p:spPr>
          <a:xfrm>
            <a:off x="6102948" y="3075057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やりたいこと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EF7D30-BE42-6764-BA8C-9FB1B40D01E4}"/>
              </a:ext>
            </a:extLst>
          </p:cNvPr>
          <p:cNvSpPr txBox="1"/>
          <p:nvPr/>
        </p:nvSpPr>
        <p:spPr>
          <a:xfrm>
            <a:off x="6617927" y="4076700"/>
            <a:ext cx="3258393" cy="230832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カメラのロックオン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敵の攻撃権の管理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カメラ演出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ステートパターン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シェーダー少し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78CDA4-BE51-5DB9-673E-24BD27FFEECD}"/>
              </a:ext>
            </a:extLst>
          </p:cNvPr>
          <p:cNvSpPr txBox="1"/>
          <p:nvPr/>
        </p:nvSpPr>
        <p:spPr>
          <a:xfrm>
            <a:off x="5715510" y="6129020"/>
            <a:ext cx="61237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chemeClr val="bg1"/>
                </a:solidFill>
              </a:rPr>
              <a:t>※</a:t>
            </a:r>
            <a:r>
              <a:rPr kumimoji="1" lang="ja-JP" altLang="en-US" sz="1600" dirty="0">
                <a:solidFill>
                  <a:schemeClr val="bg1"/>
                </a:solidFill>
              </a:rPr>
              <a:t>キャラクター挙動、敵</a:t>
            </a:r>
            <a:r>
              <a:rPr kumimoji="1" lang="en-US" altLang="ja-JP" sz="1600" dirty="0">
                <a:solidFill>
                  <a:schemeClr val="bg1"/>
                </a:solidFill>
              </a:rPr>
              <a:t>AI</a:t>
            </a:r>
            <a:r>
              <a:rPr kumimoji="1" lang="ja-JP" altLang="en-US" sz="1600" dirty="0">
                <a:solidFill>
                  <a:schemeClr val="bg1"/>
                </a:solidFill>
              </a:rPr>
              <a:t>挙動、グラフィック全体的にやりたい</a:t>
            </a:r>
          </a:p>
        </p:txBody>
      </p:sp>
      <p:pic>
        <p:nvPicPr>
          <p:cNvPr id="2" name="図 1" descr="ステージ制作について｜NINJA GAIDEN 4 開発ブログ – NINJA GAIDEN 4 開発ブログNINJA GAIDEN 4 開発ブログ">
            <a:extLst>
              <a:ext uri="{FF2B5EF4-FFF2-40B4-BE49-F238E27FC236}">
                <a16:creationId xmlns:a16="http://schemas.microsoft.com/office/drawing/2014/main" id="{7C684E92-99DF-E0FA-F961-A4271A85C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346" y="234548"/>
            <a:ext cx="5233554" cy="266911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36820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CBD9E7-E989-D459-6E71-7878FD589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162" y="162982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4400" b="1" dirty="0">
                <a:solidFill>
                  <a:schemeClr val="bg1"/>
                </a:solidFill>
              </a:rPr>
              <a:t>①ジャストパリィ</a:t>
            </a:r>
          </a:p>
        </p:txBody>
      </p:sp>
      <p:pic>
        <p:nvPicPr>
          <p:cNvPr id="4" name="図 3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D81EA149-4D8F-A632-3F82-53708FA4C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15" y="319461"/>
            <a:ext cx="6097244" cy="3201053"/>
          </a:xfrm>
          <a:prstGeom prst="rect">
            <a:avLst/>
          </a:prstGeom>
          <a:solidFill>
            <a:srgbClr val="000000">
              <a:shade val="95000"/>
            </a:srgbClr>
          </a:solidFill>
          <a:ln w="5715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6" name="図 5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4BB5973A-D30B-087F-4FA1-3F0B4FF48C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0" y="3991486"/>
            <a:ext cx="4965700" cy="260699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2CD2179-8101-8A92-934E-A20F194D782A}"/>
              </a:ext>
            </a:extLst>
          </p:cNvPr>
          <p:cNvSpPr txBox="1"/>
          <p:nvPr/>
        </p:nvSpPr>
        <p:spPr>
          <a:xfrm>
            <a:off x="405793" y="1565363"/>
            <a:ext cx="2551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敵が黄色に光る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9503A2C-7B1D-42A3-1B44-846B2343C761}"/>
              </a:ext>
            </a:extLst>
          </p:cNvPr>
          <p:cNvSpPr txBox="1"/>
          <p:nvPr/>
        </p:nvSpPr>
        <p:spPr>
          <a:xfrm>
            <a:off x="464840" y="231077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パリィを入力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F1D65F-9EDD-57E1-5AA7-949D386C6BDC}"/>
              </a:ext>
            </a:extLst>
          </p:cNvPr>
          <p:cNvSpPr txBox="1"/>
          <p:nvPr/>
        </p:nvSpPr>
        <p:spPr>
          <a:xfrm>
            <a:off x="349424" y="31511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ジャストパリィ</a:t>
            </a:r>
          </a:p>
        </p:txBody>
      </p:sp>
      <p:sp>
        <p:nvSpPr>
          <p:cNvPr id="19" name="矢印: 左カーブ 18">
            <a:extLst>
              <a:ext uri="{FF2B5EF4-FFF2-40B4-BE49-F238E27FC236}">
                <a16:creationId xmlns:a16="http://schemas.microsoft.com/office/drawing/2014/main" id="{1282B3F6-AB38-F830-4672-FAD343A92902}"/>
              </a:ext>
            </a:extLst>
          </p:cNvPr>
          <p:cNvSpPr/>
          <p:nvPr/>
        </p:nvSpPr>
        <p:spPr>
          <a:xfrm>
            <a:off x="2156132" y="2602594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0" name="矢印: 左カーブ 19">
            <a:extLst>
              <a:ext uri="{FF2B5EF4-FFF2-40B4-BE49-F238E27FC236}">
                <a16:creationId xmlns:a16="http://schemas.microsoft.com/office/drawing/2014/main" id="{C6C6DFDD-4C43-46BD-2016-7B3B5E98E3A4}"/>
              </a:ext>
            </a:extLst>
          </p:cNvPr>
          <p:cNvSpPr/>
          <p:nvPr/>
        </p:nvSpPr>
        <p:spPr>
          <a:xfrm>
            <a:off x="2156132" y="1762237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FBFC7FD1-7C2D-D3A2-F4B1-71B4677DE861}"/>
              </a:ext>
            </a:extLst>
          </p:cNvPr>
          <p:cNvSpPr/>
          <p:nvPr/>
        </p:nvSpPr>
        <p:spPr>
          <a:xfrm rot="19399117">
            <a:off x="3848823" y="3055708"/>
            <a:ext cx="1567032" cy="9334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148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F5B93A-851F-5D57-65E9-1847CFC1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7" y="267757"/>
            <a:ext cx="8534400" cy="1507067"/>
          </a:xfrm>
        </p:spPr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②スキル</a:t>
            </a:r>
          </a:p>
        </p:txBody>
      </p:sp>
      <p:pic>
        <p:nvPicPr>
          <p:cNvPr id="4" name="図 3" descr="『ステラーブレイド』初心者攻略：バトル・アクション編。基礎知識から応用まで、ジャストパリィや回避のコツを伝授【Stellar Blade ...">
            <a:extLst>
              <a:ext uri="{FF2B5EF4-FFF2-40B4-BE49-F238E27FC236}">
                <a16:creationId xmlns:a16="http://schemas.microsoft.com/office/drawing/2014/main" id="{72BF849B-C2DE-FEDA-F797-F116C4A53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12" y="198520"/>
            <a:ext cx="3971925" cy="22319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9EE46A-B858-B00E-CE54-0DE11AB6ADE9}"/>
              </a:ext>
            </a:extLst>
          </p:cNvPr>
          <p:cNvSpPr txBox="1"/>
          <p:nvPr/>
        </p:nvSpPr>
        <p:spPr>
          <a:xfrm>
            <a:off x="342900" y="1621392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アーマー付きの全体攻撃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F23055E-D794-4B0F-9AFC-0B20B22DDB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3999" y="3886200"/>
            <a:ext cx="4095750" cy="23038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6D08685-CE99-4E72-FF88-1B7F96B45427}"/>
              </a:ext>
            </a:extLst>
          </p:cNvPr>
          <p:cNvSpPr txBox="1"/>
          <p:nvPr/>
        </p:nvSpPr>
        <p:spPr>
          <a:xfrm>
            <a:off x="8298251" y="2845841"/>
            <a:ext cx="70724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400" dirty="0">
                <a:solidFill>
                  <a:schemeClr val="bg1"/>
                </a:solidFill>
              </a:rPr>
              <a:t>or</a:t>
            </a:r>
            <a:endParaRPr kumimoji="1" lang="ja-JP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83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93D46-882E-8288-FE12-68783749C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" y="156632"/>
            <a:ext cx="8534400" cy="1507067"/>
          </a:xfrm>
        </p:spPr>
        <p:txBody>
          <a:bodyPr/>
          <a:lstStyle/>
          <a:p>
            <a:r>
              <a:rPr lang="ja-JP" altLang="en-US" b="1" dirty="0">
                <a:solidFill>
                  <a:schemeClr val="bg1"/>
                </a:solidFill>
              </a:rPr>
              <a:t>③</a:t>
            </a:r>
            <a:r>
              <a:rPr kumimoji="1" lang="ja-JP" altLang="en-US" b="1" dirty="0">
                <a:solidFill>
                  <a:schemeClr val="bg1"/>
                </a:solidFill>
              </a:rPr>
              <a:t>ウルト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9FE8A1-15FE-275D-22C9-FC7D73B9C0C6}"/>
              </a:ext>
            </a:extLst>
          </p:cNvPr>
          <p:cNvSpPr txBox="1"/>
          <p:nvPr/>
        </p:nvSpPr>
        <p:spPr>
          <a:xfrm>
            <a:off x="568325" y="5733017"/>
            <a:ext cx="6487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https://www.youtube.com/watch?v=CEAfD8ggt4Y&amp;t=347s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58D0E-1403-E2D4-3D43-D6F3AA23ACDB}"/>
              </a:ext>
            </a:extLst>
          </p:cNvPr>
          <p:cNvSpPr txBox="1"/>
          <p:nvPr/>
        </p:nvSpPr>
        <p:spPr>
          <a:xfrm>
            <a:off x="239018" y="1389600"/>
            <a:ext cx="6705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スキル、バーストスキルには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それぞれゲージがあり、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これらは通常攻撃、回避、パリィでたまる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ウルトはシェーダー必須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6B2392-37AD-B188-FED8-F1A96E280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65" r="17657"/>
          <a:stretch>
            <a:fillRect/>
          </a:stretch>
        </p:blipFill>
        <p:spPr>
          <a:xfrm>
            <a:off x="6944738" y="228601"/>
            <a:ext cx="4812287" cy="273356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2504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2D254F-9F7D-1FC6-634F-7B86CA522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残っていること</a:t>
            </a:r>
            <a:endParaRPr kumimoji="1" lang="en-US" altLang="ja-JP" dirty="0"/>
          </a:p>
          <a:p>
            <a:pPr lvl="1"/>
            <a:r>
              <a:rPr lang="ja-JP" altLang="en-US" dirty="0"/>
              <a:t>具体的な仕様固め</a:t>
            </a:r>
            <a:r>
              <a:rPr lang="en-US" altLang="ja-JP" dirty="0"/>
              <a:t>(</a:t>
            </a:r>
            <a:r>
              <a:rPr lang="ja-JP" altLang="en-US" dirty="0"/>
              <a:t>敵キャラは何を使うか</a:t>
            </a:r>
            <a:r>
              <a:rPr lang="en-US" altLang="ja-JP" dirty="0"/>
              <a:t>)</a:t>
            </a:r>
          </a:p>
          <a:p>
            <a:pPr lvl="1"/>
            <a:r>
              <a:rPr lang="ja-JP" altLang="en-US" dirty="0"/>
              <a:t>ブリンク、リパルスはするのかどうか</a:t>
            </a:r>
            <a:endParaRPr lang="en-US" altLang="ja-JP" dirty="0"/>
          </a:p>
          <a:p>
            <a:pPr lvl="1"/>
            <a:r>
              <a:rPr lang="ja-JP" altLang="en-US" dirty="0"/>
              <a:t>技構成、能力の詳細は上の</a:t>
            </a:r>
            <a:r>
              <a:rPr lang="en-US" altLang="ja-JP" dirty="0"/>
              <a:t>https//</a:t>
            </a:r>
            <a:r>
              <a:rPr lang="ja-JP" altLang="en-US" dirty="0"/>
              <a:t>にある</a:t>
            </a:r>
            <a:br>
              <a:rPr lang="en-US" altLang="ja-JP" dirty="0"/>
            </a:b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03623992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おすすめ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701</TotalTime>
  <Words>271</Words>
  <Application>Microsoft Office PowerPoint</Application>
  <PresentationFormat>ワイド画面</PresentationFormat>
  <Paragraphs>47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 Medium</vt:lpstr>
      <vt:lpstr>Arial</vt:lpstr>
      <vt:lpstr>Wingdings 3</vt:lpstr>
      <vt:lpstr>スライス</vt:lpstr>
      <vt:lpstr>PowerPoint プレゼンテーション</vt:lpstr>
      <vt:lpstr>コンセプト</vt:lpstr>
      <vt:lpstr>ゲーム概要</vt:lpstr>
      <vt:lpstr>PowerPoint プレゼンテーション</vt:lpstr>
      <vt:lpstr>①ジャストパリィ</vt:lpstr>
      <vt:lpstr>②スキル</vt:lpstr>
      <vt:lpstr>③ウルト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平尾　泰稀</dc:creator>
  <cp:lastModifiedBy>平尾　泰稀</cp:lastModifiedBy>
  <cp:revision>8</cp:revision>
  <dcterms:created xsi:type="dcterms:W3CDTF">2026-05-20T11:29:17Z</dcterms:created>
  <dcterms:modified xsi:type="dcterms:W3CDTF">2026-06-04T09:59:37Z</dcterms:modified>
</cp:coreProperties>
</file>