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132" y="2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-9134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3091787" y="188049"/>
            <a:ext cx="45223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6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NINJA4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2" name="図 1" descr="NINJA GAIDEN 4』: Game Pass で配信中 | Xbox">
            <a:extLst>
              <a:ext uri="{FF2B5EF4-FFF2-40B4-BE49-F238E27FC236}">
                <a16:creationId xmlns:a16="http://schemas.microsoft.com/office/drawing/2014/main" id="{6F043609-F748-6948-8FFC-A44D6DE71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4" y="1602170"/>
            <a:ext cx="4803868" cy="480386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インタビュー］「NINJA GAIDEN 4」はなぜ新たな血を必要としたのか。Team NINJA安田文彦氏，プラチナゲームズ中尾裕治氏に聞く">
            <a:extLst>
              <a:ext uri="{FF2B5EF4-FFF2-40B4-BE49-F238E27FC236}">
                <a16:creationId xmlns:a16="http://schemas.microsoft.com/office/drawing/2014/main" id="{4BC963CD-9AD2-68E0-DA8D-75C9ED984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7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2338774" y="466260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爽快なスタイリッシュアクション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28151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』先行レビュー。血しぶき舞うハイスピード忍者バトルは最高！  ただし攻撃が気持ちよすぎて防御を忘れるとすぐゲームオーバーに【SGF2025】 | ゲーム・エンタメ最新情報のファミ通.com">
            <a:extLst>
              <a:ext uri="{FF2B5EF4-FFF2-40B4-BE49-F238E27FC236}">
                <a16:creationId xmlns:a16="http://schemas.microsoft.com/office/drawing/2014/main" id="{BD78D4B2-3B5C-6A1C-069B-A596919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42" y="360109"/>
            <a:ext cx="5078487" cy="28537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5565947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5</a:t>
            </a:r>
            <a:r>
              <a:rPr kumimoji="1" lang="ja-JP" altLang="en-US" b="1" dirty="0">
                <a:solidFill>
                  <a:schemeClr val="bg1"/>
                </a:solidFill>
              </a:rPr>
              <a:t>段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少なめ、かつあっても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段まで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割とある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ジャンプ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bg1"/>
                </a:solidFill>
              </a:rPr>
              <a:t>空中コンボ</a:t>
            </a:r>
            <a:r>
              <a:rPr kumimoji="1" lang="en-US" altLang="ja-JP" sz="2000" dirty="0">
                <a:solidFill>
                  <a:schemeClr val="bg1"/>
                </a:solidFill>
              </a:rPr>
              <a:t>(</a:t>
            </a:r>
            <a:r>
              <a:rPr kumimoji="1" lang="ja-JP" altLang="en-US" sz="2000" dirty="0">
                <a:solidFill>
                  <a:schemeClr val="bg1"/>
                </a:solidFill>
              </a:rPr>
              <a:t>割とボリューミー</a:t>
            </a:r>
            <a:r>
              <a:rPr kumimoji="1" lang="en-US" altLang="ja-JP" sz="20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通常攻撃の強化版みたいなの</a:t>
            </a:r>
            <a:r>
              <a:rPr kumimoji="1" lang="en-US" altLang="ja-JP" b="1" dirty="0">
                <a:solidFill>
                  <a:schemeClr val="bg1"/>
                </a:solidFill>
              </a:rPr>
              <a:t>		 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	X</a:t>
            </a:r>
            <a:r>
              <a:rPr kumimoji="1" lang="ja-JP" altLang="en-US" b="1" dirty="0">
                <a:solidFill>
                  <a:schemeClr val="bg1"/>
                </a:solidFill>
              </a:rPr>
              <a:t>と</a:t>
            </a:r>
            <a:r>
              <a:rPr kumimoji="1" lang="en-US" altLang="ja-JP" b="1" dirty="0">
                <a:solidFill>
                  <a:schemeClr val="bg1"/>
                </a:solidFill>
              </a:rPr>
              <a:t>Y</a:t>
            </a:r>
            <a:r>
              <a:rPr kumimoji="1" lang="ja-JP" altLang="en-US" b="1" dirty="0">
                <a:solidFill>
                  <a:schemeClr val="bg1"/>
                </a:solidFill>
              </a:rPr>
              <a:t>の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パターン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       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コンボあり</a:t>
            </a:r>
            <a:r>
              <a:rPr kumimoji="1" lang="en-US" altLang="ja-JP" b="1" dirty="0">
                <a:solidFill>
                  <a:schemeClr val="bg1"/>
                </a:solidFill>
              </a:rPr>
              <a:t>(3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コンボまであった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必殺技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スキルの強化状態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スーパーアーマー、演出あり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703499" y="3989973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3866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挙動、中心、</a:t>
            </a:r>
            <a:br>
              <a:rPr kumimoji="1" lang="en-US" altLang="ja-JP" sz="1600" dirty="0">
                <a:solidFill>
                  <a:schemeClr val="bg1"/>
                </a:solidFill>
              </a:rPr>
            </a:br>
            <a:r>
              <a:rPr kumimoji="1" lang="ja-JP" altLang="en-US" sz="1600" dirty="0">
                <a:solidFill>
                  <a:schemeClr val="bg1"/>
                </a:solidFill>
              </a:rPr>
              <a:t>シェーダーは少々でやりたい</a:t>
            </a:r>
          </a:p>
        </p:txBody>
      </p:sp>
      <p:pic>
        <p:nvPicPr>
          <p:cNvPr id="2" name="図 1" descr="ステージ制作について｜NINJA GAIDEN 4 開発ブログ – NINJA GAIDEN 4 開発ブログNINJA GAIDEN 4 開発ブログ">
            <a:extLst>
              <a:ext uri="{FF2B5EF4-FFF2-40B4-BE49-F238E27FC236}">
                <a16:creationId xmlns:a16="http://schemas.microsoft.com/office/drawing/2014/main" id="{7C684E92-99DF-E0FA-F961-A4271A85C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346" y="234548"/>
            <a:ext cx="5233554" cy="266911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 fontScale="90000"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</a:t>
            </a:r>
            <a:r>
              <a:rPr kumimoji="1" lang="en-US" altLang="ja-JP" sz="4400" b="1" dirty="0">
                <a:solidFill>
                  <a:schemeClr val="bg1"/>
                </a:solidFill>
              </a:rPr>
              <a:t>	</a:t>
            </a:r>
            <a:r>
              <a:rPr lang="ja-JP" altLang="en-US" sz="3200" b="1" dirty="0">
                <a:solidFill>
                  <a:schemeClr val="bg1"/>
                </a:solidFill>
              </a:rPr>
              <a:t>空中追撃へ発展する</a:t>
            </a:r>
            <a:br>
              <a:rPr lang="en-US" altLang="ja-JP" sz="3200" b="1" dirty="0">
                <a:solidFill>
                  <a:schemeClr val="bg1"/>
                </a:solidFill>
              </a:rPr>
            </a:br>
            <a:r>
              <a:rPr lang="en-US" altLang="ja-JP" sz="3200" b="1" dirty="0">
                <a:solidFill>
                  <a:schemeClr val="bg1"/>
                </a:solidFill>
              </a:rPr>
              <a:t>		</a:t>
            </a:r>
            <a:r>
              <a:rPr lang="ja-JP" altLang="en-US" sz="3200" b="1" dirty="0">
                <a:solidFill>
                  <a:schemeClr val="bg1"/>
                </a:solidFill>
              </a:rPr>
              <a:t>立体的な</a:t>
            </a:r>
            <a:br>
              <a:rPr lang="en-US" altLang="ja-JP" sz="3200" b="1" dirty="0">
                <a:solidFill>
                  <a:schemeClr val="bg1"/>
                </a:solidFill>
              </a:rPr>
            </a:br>
            <a:r>
              <a:rPr lang="en-US" altLang="ja-JP" sz="3200" b="1" dirty="0">
                <a:solidFill>
                  <a:schemeClr val="bg1"/>
                </a:solidFill>
              </a:rPr>
              <a:t>		</a:t>
            </a:r>
            <a:r>
              <a:rPr lang="ja-JP" altLang="en-US" sz="3200" b="1" dirty="0">
                <a:solidFill>
                  <a:schemeClr val="bg1"/>
                </a:solidFill>
              </a:rPr>
              <a:t>コンボシステム</a:t>
            </a:r>
            <a:endParaRPr kumimoji="1" lang="ja-JP" altLang="en-US" sz="4400" b="1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 - 4 Core Skills You MUST Learn to Dominate and Have Fun -  Combat Guide">
            <a:extLst>
              <a:ext uri="{FF2B5EF4-FFF2-40B4-BE49-F238E27FC236}">
                <a16:creationId xmlns:a16="http://schemas.microsoft.com/office/drawing/2014/main" id="{CA8610E8-D34D-514A-5650-34DD9F848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309" y="743365"/>
            <a:ext cx="6693573" cy="376513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D2241-0131-3ADD-B2E6-1B1E215B1491}"/>
              </a:ext>
            </a:extLst>
          </p:cNvPr>
          <p:cNvSpPr txBox="1"/>
          <p:nvPr/>
        </p:nvSpPr>
        <p:spPr>
          <a:xfrm>
            <a:off x="1076555" y="2271989"/>
            <a:ext cx="38651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b="1" dirty="0">
                <a:solidFill>
                  <a:schemeClr val="bg1"/>
                </a:solidFill>
              </a:rPr>
              <a:t>弱攻撃→強攻撃で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スムーズに空中攻撃遷移する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ECE8EF-F26A-E8FA-B503-BDB4CA288C52}"/>
              </a:ext>
            </a:extLst>
          </p:cNvPr>
          <p:cNvSpPr txBox="1"/>
          <p:nvPr/>
        </p:nvSpPr>
        <p:spPr>
          <a:xfrm>
            <a:off x="1076555" y="5270501"/>
            <a:ext cx="5089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敵を切り上げ、自分も空中へ飛び、追撃する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空中コンボの最後で、地上へ敵を飛ばすなど</a:t>
            </a:r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179387" y="1436270"/>
            <a:ext cx="39934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アーマー付きの攻撃</a:t>
            </a:r>
            <a:endParaRPr kumimoji="1" lang="en-US" altLang="ja-JP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通常攻撃をするとたまるゲージ式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範囲攻撃</a:t>
            </a:r>
          </a:p>
        </p:txBody>
      </p:sp>
      <p:pic>
        <p:nvPicPr>
          <p:cNvPr id="3" name="図 2" descr="NINJA GAIDEN 4』プレイレビュー：滅却に絶技に鵺の型。敵を斬るバッサリ感健在の超忍アクションが完全復活 - 電撃オンライン">
            <a:extLst>
              <a:ext uri="{FF2B5EF4-FFF2-40B4-BE49-F238E27FC236}">
                <a16:creationId xmlns:a16="http://schemas.microsoft.com/office/drawing/2014/main" id="{1850AC80-DD94-F7AC-269B-83212F758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840" y="677310"/>
            <a:ext cx="4891893" cy="2751690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③必殺技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6344117" y="356895"/>
            <a:ext cx="67057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solidFill>
                  <a:schemeClr val="bg1"/>
                </a:solidFill>
              </a:rPr>
              <a:t>刀身が伸びる特大範囲攻撃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r>
              <a:rPr kumimoji="1" lang="ja-JP" altLang="en-US" sz="2800" dirty="0">
                <a:solidFill>
                  <a:schemeClr val="bg1"/>
                </a:solidFill>
              </a:rPr>
              <a:t>雑魚敵は一撃でやられ特別演出</a:t>
            </a:r>
            <a:endParaRPr kumimoji="1" lang="en-US" altLang="ja-JP" sz="2800" dirty="0">
              <a:solidFill>
                <a:schemeClr val="bg1"/>
              </a:solidFill>
            </a:endParaRPr>
          </a:p>
        </p:txBody>
      </p:sp>
      <p:pic>
        <p:nvPicPr>
          <p:cNvPr id="7" name="図 6" descr="レビュー【NINJA GAIDEN 4】血とアドレナリンが大噴出 | 忍者の腕を磨くアクションゲーム | KeepGamingOn">
            <a:extLst>
              <a:ext uri="{FF2B5EF4-FFF2-40B4-BE49-F238E27FC236}">
                <a16:creationId xmlns:a16="http://schemas.microsoft.com/office/drawing/2014/main" id="{E020657D-EA76-368D-F371-269AA1159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84" y="1663699"/>
            <a:ext cx="7924800" cy="445770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2D254F-9F7D-1FC6-634F-7B86CA522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残っていること</a:t>
            </a:r>
            <a:endParaRPr kumimoji="1" lang="en-US" altLang="ja-JP" dirty="0"/>
          </a:p>
          <a:p>
            <a:pPr lvl="1"/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03623992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793</TotalTime>
  <Words>262</Words>
  <Application>Microsoft Office PowerPoint</Application>
  <PresentationFormat>ワイド画面</PresentationFormat>
  <Paragraphs>46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 空中追撃へ発展する   立体的な   コンボシステム</vt:lpstr>
      <vt:lpstr>②スキル</vt:lpstr>
      <vt:lpstr>③必殺技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10</cp:revision>
  <dcterms:created xsi:type="dcterms:W3CDTF">2026-05-20T11:29:17Z</dcterms:created>
  <dcterms:modified xsi:type="dcterms:W3CDTF">2026-06-04T14:37:27Z</dcterms:modified>
</cp:coreProperties>
</file>