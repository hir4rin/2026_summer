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10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2315812" y="472649"/>
            <a:ext cx="7943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600" b="1" spc="3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StellerSteller</a:t>
            </a:r>
            <a:endParaRPr kumimoji="1" lang="ja-JP" altLang="en-US" sz="96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図 2" descr="Stellar Blade』(Project EVE) ストーリートレーラー | PS5™ - YouTube">
            <a:extLst>
              <a:ext uri="{FF2B5EF4-FFF2-40B4-BE49-F238E27FC236}">
                <a16:creationId xmlns:a16="http://schemas.microsoft.com/office/drawing/2014/main" id="{CD994FA2-C94A-1FB4-3A78-40248DC9E33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911" y="1894985"/>
            <a:ext cx="6096000" cy="4572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Stellar Blade』Steam版がいよいよリリース！PC向けに最適化されたグラフィックでイヴの物語を楽しもう―採れたて！本日のSteam注目ゲーム6選【2025年6月12日】  | Game*Spark - 国内・海外ゲーム情報サイト">
            <a:extLst>
              <a:ext uri="{FF2B5EF4-FFF2-40B4-BE49-F238E27FC236}">
                <a16:creationId xmlns:a16="http://schemas.microsoft.com/office/drawing/2014/main" id="{8F1E7E7B-4C0D-3C0F-CAAF-0D6D2086876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爽快なスタイリッシュアクション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pic>
        <p:nvPicPr>
          <p:cNvPr id="4" name="図 3" descr="Stellar Blade】崩壊した地球を駆ける艶やか戦士 - 攻略とレビュー | KeepGamingOn">
            <a:extLst>
              <a:ext uri="{FF2B5EF4-FFF2-40B4-BE49-F238E27FC236}">
                <a16:creationId xmlns:a16="http://schemas.microsoft.com/office/drawing/2014/main" id="{CEF96641-5895-A4F4-B364-3EE8F369D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42" y="137401"/>
            <a:ext cx="4885050" cy="27478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18724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pic>
        <p:nvPicPr>
          <p:cNvPr id="6" name="図 5" descr="Stellar Blade: A beginner's guide to combat - Guides &amp; Editorial |  PlayStation (UK)">
            <a:extLst>
              <a:ext uri="{FF2B5EF4-FFF2-40B4-BE49-F238E27FC236}">
                <a16:creationId xmlns:a16="http://schemas.microsoft.com/office/drawing/2014/main" id="{83F997E7-7B8A-CAC6-8FFD-3DCE324A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458" y="146184"/>
            <a:ext cx="4947844" cy="278316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3289683" cy="4770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>
                <a:solidFill>
                  <a:schemeClr val="bg1"/>
                </a:solidFill>
              </a:rPr>
              <a:t>(?)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ダッシュ攻撃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確定反撃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近距離</a:t>
            </a:r>
            <a:r>
              <a:rPr kumimoji="1" lang="en-US" altLang="ja-JP" b="1" dirty="0">
                <a:solidFill>
                  <a:schemeClr val="bg1"/>
                </a:solidFill>
              </a:rPr>
              <a:t>1</a:t>
            </a:r>
            <a:r>
              <a:rPr kumimoji="1" lang="ja-JP" altLang="en-US" b="1" dirty="0">
                <a:solidFill>
                  <a:schemeClr val="bg1"/>
                </a:solidFill>
              </a:rPr>
              <a:t>種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ウルト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かっこいいいの</a:t>
            </a:r>
            <a:r>
              <a:rPr kumimoji="1" lang="en-US" altLang="ja-JP" b="1" dirty="0">
                <a:solidFill>
                  <a:schemeClr val="bg1"/>
                </a:solidFill>
              </a:rPr>
              <a:t>1</a:t>
            </a:r>
            <a:r>
              <a:rPr kumimoji="1" lang="ja-JP" altLang="en-US" b="1" dirty="0">
                <a:solidFill>
                  <a:schemeClr val="bg1"/>
                </a:solidFill>
              </a:rPr>
              <a:t>つ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パリィ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ジャストパリィ有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617927" y="4076700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61237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挙動、グラフィック全体的にやりたい</a:t>
            </a:r>
          </a:p>
        </p:txBody>
      </p:sp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①ジャストパリィ</a:t>
            </a:r>
          </a:p>
        </p:txBody>
      </p:sp>
      <p:pic>
        <p:nvPicPr>
          <p:cNvPr id="4" name="図 3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D81EA149-4D8F-A632-3F82-53708FA4C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15" y="319461"/>
            <a:ext cx="6097244" cy="3201053"/>
          </a:xfrm>
          <a:prstGeom prst="rect">
            <a:avLst/>
          </a:prstGeom>
          <a:solidFill>
            <a:srgbClr val="000000">
              <a:shade val="95000"/>
            </a:srgbClr>
          </a:solidFill>
          <a:ln w="5715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6" name="図 5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4BB5973A-D30B-087F-4FA1-3F0B4FF48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0" y="3991486"/>
            <a:ext cx="4965700" cy="260699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2CD2179-8101-8A92-934E-A20F194D782A}"/>
              </a:ext>
            </a:extLst>
          </p:cNvPr>
          <p:cNvSpPr txBox="1"/>
          <p:nvPr/>
        </p:nvSpPr>
        <p:spPr>
          <a:xfrm>
            <a:off x="405793" y="1565363"/>
            <a:ext cx="2551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敵が黄色に光る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503A2C-7B1D-42A3-1B44-846B2343C761}"/>
              </a:ext>
            </a:extLst>
          </p:cNvPr>
          <p:cNvSpPr txBox="1"/>
          <p:nvPr/>
        </p:nvSpPr>
        <p:spPr>
          <a:xfrm>
            <a:off x="464840" y="23107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パリィを入力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F1D65F-9EDD-57E1-5AA7-949D386C6BDC}"/>
              </a:ext>
            </a:extLst>
          </p:cNvPr>
          <p:cNvSpPr txBox="1"/>
          <p:nvPr/>
        </p:nvSpPr>
        <p:spPr>
          <a:xfrm>
            <a:off x="349424" y="31511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ジャストパリィ</a:t>
            </a:r>
          </a:p>
        </p:txBody>
      </p:sp>
      <p:sp>
        <p:nvSpPr>
          <p:cNvPr id="19" name="矢印: 左カーブ 18">
            <a:extLst>
              <a:ext uri="{FF2B5EF4-FFF2-40B4-BE49-F238E27FC236}">
                <a16:creationId xmlns:a16="http://schemas.microsoft.com/office/drawing/2014/main" id="{1282B3F6-AB38-F830-4672-FAD343A92902}"/>
              </a:ext>
            </a:extLst>
          </p:cNvPr>
          <p:cNvSpPr/>
          <p:nvPr/>
        </p:nvSpPr>
        <p:spPr>
          <a:xfrm>
            <a:off x="2156132" y="2602594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矢印: 左カーブ 19">
            <a:extLst>
              <a:ext uri="{FF2B5EF4-FFF2-40B4-BE49-F238E27FC236}">
                <a16:creationId xmlns:a16="http://schemas.microsoft.com/office/drawing/2014/main" id="{C6C6DFDD-4C43-46BD-2016-7B3B5E98E3A4}"/>
              </a:ext>
            </a:extLst>
          </p:cNvPr>
          <p:cNvSpPr/>
          <p:nvPr/>
        </p:nvSpPr>
        <p:spPr>
          <a:xfrm>
            <a:off x="2156132" y="1762237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FBFC7FD1-7C2D-D3A2-F4B1-71B4677DE861}"/>
              </a:ext>
            </a:extLst>
          </p:cNvPr>
          <p:cNvSpPr/>
          <p:nvPr/>
        </p:nvSpPr>
        <p:spPr>
          <a:xfrm rot="19399117">
            <a:off x="3848823" y="3055708"/>
            <a:ext cx="1567032" cy="9334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pic>
        <p:nvPicPr>
          <p:cNvPr id="4" name="図 3" descr="『ステラーブレイド』初心者攻略：バトル・アクション編。基礎知識から応用まで、ジャストパリィや回避のコツを伝授【Stellar Blade ...">
            <a:extLst>
              <a:ext uri="{FF2B5EF4-FFF2-40B4-BE49-F238E27FC236}">
                <a16:creationId xmlns:a16="http://schemas.microsoft.com/office/drawing/2014/main" id="{72BF849B-C2DE-FEDA-F797-F116C4A53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-85725"/>
            <a:ext cx="7305675" cy="41052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342900" y="1621392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アーマー付きの多段ヒット攻撃</a:t>
            </a:r>
          </a:p>
        </p:txBody>
      </p:sp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</a:t>
            </a:r>
            <a:r>
              <a:rPr kumimoji="1" lang="ja-JP" altLang="en-US" b="1" dirty="0">
                <a:solidFill>
                  <a:schemeClr val="bg1"/>
                </a:solidFill>
              </a:rPr>
              <a:t>ウルト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9FE8A1-15FE-275D-22C9-FC7D73B9C0C6}"/>
              </a:ext>
            </a:extLst>
          </p:cNvPr>
          <p:cNvSpPr txBox="1"/>
          <p:nvPr/>
        </p:nvSpPr>
        <p:spPr>
          <a:xfrm>
            <a:off x="568325" y="5733017"/>
            <a:ext cx="6487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https://www.youtube.com/watch?v=CEAfD8ggt4Y&amp;t=347s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239018" y="1389600"/>
            <a:ext cx="6705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スキル、バーストスキルには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それぞれゲージがあり、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これらは通常攻撃、回避、パリィでたまる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ウルトはシェーダー必須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6B2392-37AD-B188-FED8-F1A96E280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65" r="17657"/>
          <a:stretch>
            <a:fillRect/>
          </a:stretch>
        </p:blipFill>
        <p:spPr>
          <a:xfrm>
            <a:off x="6944738" y="228601"/>
            <a:ext cx="4812287" cy="27335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2D254F-9F7D-1FC6-634F-7B86CA522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残っていること</a:t>
            </a:r>
            <a:endParaRPr kumimoji="1" lang="en-US" altLang="ja-JP" dirty="0"/>
          </a:p>
          <a:p>
            <a:pPr lvl="1"/>
            <a:r>
              <a:rPr lang="ja-JP" altLang="en-US" dirty="0"/>
              <a:t>具体的な仕様固め</a:t>
            </a:r>
            <a:r>
              <a:rPr lang="en-US" altLang="ja-JP" dirty="0"/>
              <a:t>(</a:t>
            </a:r>
            <a:r>
              <a:rPr lang="ja-JP" altLang="en-US" dirty="0"/>
              <a:t>敵キャラは何を使うか</a:t>
            </a:r>
            <a:r>
              <a:rPr lang="en-US" altLang="ja-JP" dirty="0"/>
              <a:t>)</a:t>
            </a:r>
          </a:p>
          <a:p>
            <a:pPr lvl="1"/>
            <a:r>
              <a:rPr lang="ja-JP" altLang="en-US" dirty="0"/>
              <a:t>ブリンク、リパルスはするのかどうか</a:t>
            </a:r>
            <a:endParaRPr lang="en-US" altLang="ja-JP" dirty="0"/>
          </a:p>
          <a:p>
            <a:pPr lvl="1"/>
            <a:r>
              <a:rPr lang="ja-JP" altLang="en-US" dirty="0"/>
              <a:t>技構成、能力の詳細は上の</a:t>
            </a:r>
            <a:r>
              <a:rPr lang="en-US" altLang="ja-JP" dirty="0"/>
              <a:t>https//</a:t>
            </a:r>
            <a:r>
              <a:rPr lang="ja-JP" altLang="en-US" dirty="0"/>
              <a:t>にある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03623992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558</TotalTime>
  <Words>226</Words>
  <Application>Microsoft Office PowerPoint</Application>
  <PresentationFormat>ワイド画面</PresentationFormat>
  <Paragraphs>47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①ジャストパリィ</vt:lpstr>
      <vt:lpstr>②スキル</vt:lpstr>
      <vt:lpstr>③ウルト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4</cp:revision>
  <dcterms:created xsi:type="dcterms:W3CDTF">2026-05-20T11:29:17Z</dcterms:created>
  <dcterms:modified xsi:type="dcterms:W3CDTF">2026-05-21T07:46:16Z</dcterms:modified>
</cp:coreProperties>
</file>